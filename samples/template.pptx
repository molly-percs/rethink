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4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C4-4758-92A2-A7309AE851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C4-4758-92A2-A7309AE851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C4-4758-92A2-A7309AE851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30091631"/>
        <c:axId val="1995868752"/>
      </c:barChart>
      <c:catAx>
        <c:axId val="1130091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995868752"/>
        <c:crosses val="autoZero"/>
        <c:auto val="1"/>
        <c:lblAlgn val="ctr"/>
        <c:lblOffset val="100"/>
        <c:noMultiLvlLbl val="0"/>
      </c:catAx>
      <c:valAx>
        <c:axId val="199586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130091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LID4096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B8-42C9-B133-7BD6CBA307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B8-42C9-B133-7BD6CBA307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B8-42C9-B133-7BD6CBA307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29973695"/>
        <c:axId val="1995988272"/>
      </c:barChart>
      <c:catAx>
        <c:axId val="1129973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995988272"/>
        <c:crosses val="autoZero"/>
        <c:auto val="1"/>
        <c:lblAlgn val="ctr"/>
        <c:lblOffset val="100"/>
        <c:noMultiLvlLbl val="0"/>
      </c:catAx>
      <c:valAx>
        <c:axId val="199598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129973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LID4096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09F2-C2BF-1BDE-4FE1-95404B1AE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7491A-8082-2E39-F422-6B42E2F84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8192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D5ACD-AFFA-7C45-457B-C5CB37827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27806-F47F-0329-404E-B2F47DA4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2642-6195-81BC-986E-154BEB5D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235946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53DF-4E6F-3AB8-A215-78257378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47E63-332E-B329-EC21-CA2BF554B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8192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8449D-94D9-43C4-0C3A-20EBE643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9694A-090D-51E0-93B9-03C1C559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47A00-4DB8-0EC3-4C49-64EA25BC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3632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C016-86E7-4570-035D-1689F7FE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20314-C23A-79A5-9EBA-720724E93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0942F-F144-2538-76F3-3F2977AF0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AFF1D-3D33-F9AC-C893-A64B9108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2D45-AEF5-DF59-F5CA-B0911CE9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292445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21C9B-C29F-530C-5704-3E8B3DCD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DC28A-B4C7-F5FF-CA9F-2760282A0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8192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EF49A-9194-E920-4883-6C8EA090B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8192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6AE61-D45B-65B7-0339-2ED30EBA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B1F61-163E-AA57-62E5-64E20E63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4B87B-8B28-4D66-100D-4FBF8FDA1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47135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25B44-D34B-D4EA-7A2D-77D580FAE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0A40D-45BA-9FE4-F296-9ABADBFF4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2C676-4B16-1DFA-7705-3B8399290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8192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9B466-9EA6-6BAF-DB9A-9ED3B39ED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5E2F5D-59AA-6F8E-D436-5E645DBAE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8192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D5E40-7DF2-568E-F403-C1AD13CA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6F94F-415F-9480-2E08-1E1F83C14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46CB83-3CAC-9032-C01C-09EA9A08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206811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B5A1-246A-AB1A-8265-261C1EF1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7F21A-F912-1145-A1AD-A0EA3943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B387C-A1A2-53DF-5D39-9B02D5B3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09B0A-7EB0-6087-31E0-EAB6C357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1041291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3EB91-99B8-501B-1056-0C2DC1D8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8426-A9F9-E8C3-7412-39528C7F2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FE845-5F9C-C23C-B7C5-768FC772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346567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3BAA-819D-BA49-4812-03FD1436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481CC-81A3-9EA0-756C-B750CEE36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8192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8F375-4A6D-5F9C-B31A-97560DBA0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FDA42-CEDA-F02B-A50B-6D0805A4C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79BA0-C995-5428-DAC2-028EA28B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6C6D3-6EA2-23C1-AA58-2704E225B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316362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4D72-B458-F73B-A72B-93C622C7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045273-9FFE-622B-55B7-EABA95C89E3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8192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1FF15-768B-0797-C94A-C5E4A5210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0B12F-55D0-ACEC-340D-97FF1075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C7B3C-9916-BF27-8588-38C563E4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3E553-ACA0-19DC-3FAF-B3085BDD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57401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3305-59C9-EC7F-C7D4-B1975D69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D499C-0BF8-C50C-9DFF-92CB9836C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8192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25BE-84F6-A164-5224-0B97078C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76938-A75F-3A4F-A977-A1813F69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D1336-EF70-9345-21F3-3F05B208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225468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D1E28B-377C-86F9-AA30-383A482CB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C2B24-FD8B-7A10-DE31-3E42F5860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8192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8C4CD-6B85-3C62-4C17-2EDD98A49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FF6DA-AAFC-7C20-A62D-7FD852D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8192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A3221-AE48-1412-4E11-CA5856C9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1659077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01913-ECD3-EDD7-03C2-284F17673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8192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DE790-E4A0-C2E6-4359-CE069B9DF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8192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C6E2-F9BD-07A0-7121-F52727A4A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309CF-A0EF-43EC-B0ED-8F6B3DAF4126}" type="datetimeFigureOut">
              <a:rPr lang="LID8192" smtClean="0"/>
              <a:t>10/17/2026</a:t>
            </a:fld>
            <a:endParaRPr lang="LID8192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33335-6508-FED2-9CEE-AD3C53F4B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8192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990F3-F038-C1B6-0211-94E49A84C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C68AD-F792-44F8-8AEA-1E311F7F97AA}" type="slidenum">
              <a:rPr lang="LID8192" smtClean="0"/>
              <a:t>‹#›</a:t>
            </a:fld>
            <a:endParaRPr lang="LID8192"/>
          </a:p>
        </p:txBody>
      </p:sp>
    </p:spTree>
    <p:extLst>
      <p:ext uri="{BB962C8B-B14F-4D97-AF65-F5344CB8AC3E}">
        <p14:creationId xmlns:p14="http://schemas.microsoft.com/office/powerpoint/2010/main" val="391208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">
            <a:extLst>
              <a:ext uri="{FF2B5EF4-FFF2-40B4-BE49-F238E27FC236}">
                <a16:creationId xmlns:a16="http://schemas.microsoft.com/office/drawing/2014/main" id="{F8EDC10D-8C97-3F89-B561-874E62BF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&lt;SlideTitle&gt;</a:t>
            </a:r>
            <a:endParaRPr lang="LID8192"/>
          </a:p>
        </p:txBody>
      </p:sp>
      <p:sp>
        <p:nvSpPr>
          <p:cNvPr id="3" name="LeftChartTitle">
            <a:extLst>
              <a:ext uri="{FF2B5EF4-FFF2-40B4-BE49-F238E27FC236}">
                <a16:creationId xmlns:a16="http://schemas.microsoft.com/office/drawing/2014/main" id="{FD9C60D6-2742-4245-6C8C-2873890FCFC9}"/>
              </a:ext>
            </a:extLst>
          </p:cNvPr>
          <p:cNvSpPr txBox="1"/>
          <p:nvPr/>
        </p:nvSpPr>
        <p:spPr>
          <a:xfrm>
            <a:off x="508000" y="1524000"/>
            <a:ext cx="533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de-DE"/>
              <a:t>&lt;LeftChartTitle&gt;</a:t>
            </a:r>
            <a:endParaRPr lang="LID8192"/>
          </a:p>
        </p:txBody>
      </p:sp>
      <p:sp>
        <p:nvSpPr>
          <p:cNvPr id="4" name="RightChartTitle">
            <a:extLst>
              <a:ext uri="{FF2B5EF4-FFF2-40B4-BE49-F238E27FC236}">
                <a16:creationId xmlns:a16="http://schemas.microsoft.com/office/drawing/2014/main" id="{699A5B3A-072A-FD75-3D38-8DFE6515345E}"/>
              </a:ext>
            </a:extLst>
          </p:cNvPr>
          <p:cNvSpPr txBox="1"/>
          <p:nvPr/>
        </p:nvSpPr>
        <p:spPr>
          <a:xfrm>
            <a:off x="6350000" y="1524000"/>
            <a:ext cx="533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de-DE"/>
              <a:t>&lt;RightChartTitle&gt;</a:t>
            </a:r>
            <a:endParaRPr lang="LID8192"/>
          </a:p>
        </p:txBody>
      </p:sp>
      <p:graphicFrame>
        <p:nvGraphicFramePr>
          <p:cNvPr id="5" name="LeftChart">
            <a:extLst>
              <a:ext uri="{FF2B5EF4-FFF2-40B4-BE49-F238E27FC236}">
                <a16:creationId xmlns:a16="http://schemas.microsoft.com/office/drawing/2014/main" id="{891B83BE-5AC6-D891-F790-EF0D690BFA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0749424"/>
              </p:ext>
            </p:extLst>
          </p:nvPr>
        </p:nvGraphicFramePr>
        <p:xfrm>
          <a:off x="508000" y="2032000"/>
          <a:ext cx="5334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RightChart">
            <a:extLst>
              <a:ext uri="{FF2B5EF4-FFF2-40B4-BE49-F238E27FC236}">
                <a16:creationId xmlns:a16="http://schemas.microsoft.com/office/drawing/2014/main" id="{A8C86C0A-2B18-8A4B-6040-DC3D85016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744787"/>
              </p:ext>
            </p:extLst>
          </p:nvPr>
        </p:nvGraphicFramePr>
        <p:xfrm>
          <a:off x="6350000" y="2032000"/>
          <a:ext cx="5334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37319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rethink</dc:creator>
  <cp:lastModifiedBy>rethink</cp:lastModifiedBy>
  <cp:revision>1</cp:revision>
  <dcterms:created xsi:type="dcterms:W3CDTF">2026-10-16T22:13:50Z</dcterms:created>
  <dcterms:modified xsi:type="dcterms:W3CDTF">2026-10-16T22:13:53Z</dcterms:modified>
</cp:coreProperties>
</file>